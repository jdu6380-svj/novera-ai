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a598cc38634855" /><Relationship Type="http://schemas.openxmlformats.org/officeDocument/2006/relationships/extended-properties" Target="/docProps/app.xml" Id="R053c6101e2f34e10" /><Relationship Type="http://schemas.openxmlformats.org/officeDocument/2006/relationships/officeDocument" Target="/ppt/presentation.xml" Id="R73d3b2fe8a704f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8041a8e4ff4516"/>
  </p:sldMasterIdLst>
  <p:notesMasterIdLst>
    <p:notesMasterId xmlns:r="http://schemas.openxmlformats.org/officeDocument/2006/relationships" r:id="R3c8af36ebbd04cb3"/>
  </p:notesMasterIdLst>
  <p:sldIdLst>
    <p:sldId xmlns:r="http://schemas.openxmlformats.org/officeDocument/2006/relationships" id="256" r:id="Rbcfabdf2b813448c"/>
    <p:sldId xmlns:r="http://schemas.openxmlformats.org/officeDocument/2006/relationships" id="257" r:id="R56871296a4cd49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9034367d3a4aa7" /><Relationship Type="http://schemas.openxmlformats.org/officeDocument/2006/relationships/slideMaster" Target="/ppt/slideMasters/slideMaster1.xml" Id="Rba8041a8e4ff4516" /><Relationship Type="http://schemas.openxmlformats.org/officeDocument/2006/relationships/notesMaster" Target="/ppt/notesMasters/notesMaster1.xml" Id="R3c8af36ebbd04cb3" /><Relationship Type="http://schemas.openxmlformats.org/officeDocument/2006/relationships/presProps" Target="/ppt/presProps.xml" Id="R338c5f1dbc9948b1" /><Relationship Type="http://schemas.openxmlformats.org/officeDocument/2006/relationships/tableStyles" Target="/ppt/tableStyles.xml" Id="Rb31c969cf9d748b6" /><Relationship Type="http://schemas.openxmlformats.org/officeDocument/2006/relationships/slide" Target="/ppt/slides/slide1.xml" Id="Rbcfabdf2b813448c" /><Relationship Type="http://schemas.openxmlformats.org/officeDocument/2006/relationships/slide" Target="/ppt/slides/slide2.xml" Id="R56871296a4cd49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1a92f5058b46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9f866bf4664cb6" /><Relationship Type="http://schemas.openxmlformats.org/officeDocument/2006/relationships/notesMaster" Target="/ppt/notesMasters/notesMaster1.xml" Id="Rcb491655be274c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bd2864447b4696" /><Relationship Type="http://schemas.openxmlformats.org/officeDocument/2006/relationships/notesMaster" Target="/ppt/notesMasters/notesMaster1.xml" Id="R912afc158c9d4a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b7572def842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edf35d23949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1a0f9b59e4f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79e77ed314d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24407c0484b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a67e721504a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E7A94C-0B76-4B54-A0C4-F9B2B279B5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9979AC-4059-4789-84FF-3625205D36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958E80-7363-4660-8F85-75E8E8D69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337135-2F06-4DA5-9758-5F50121C98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81F126-FCC0-447E-BF34-1853AC256E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BE2E1A-B491-4AB3-AD25-7B61D5A732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31376A-449D-4492-BDCD-DFCB594BF9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21E2B0-34F8-44D7-A4A9-395B87A342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2FE03E-D866-4AA9-BC33-F7F585DB92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608E72-075A-4DDD-BE64-25C5FA2F37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8278dad81d4ca6" /><Relationship Type="http://schemas.openxmlformats.org/officeDocument/2006/relationships/slideLayout" Target="/ppt/slideLayouts/slideLayout1.xml" Id="R585e5f11bcfe47a9" /><Relationship Type="http://schemas.openxmlformats.org/officeDocument/2006/relationships/slideLayout" Target="/ppt/slideLayouts/slideLayout2.xml" Id="R533697a7533845b4" /><Relationship Type="http://schemas.openxmlformats.org/officeDocument/2006/relationships/slideLayout" Target="/ppt/slideLayouts/slideLayout3.xml" Id="Rb3bfeff52aef43f8" /><Relationship Type="http://schemas.openxmlformats.org/officeDocument/2006/relationships/slideLayout" Target="/ppt/slideLayouts/slideLayout4.xml" Id="R6165c679bc9f4c4c" /><Relationship Type="http://schemas.openxmlformats.org/officeDocument/2006/relationships/slideLayout" Target="/ppt/slideLayouts/slideLayout5.xml" Id="Rc3c3e0b0088e4e80" /><Relationship Type="http://schemas.openxmlformats.org/officeDocument/2006/relationships/slideLayout" Target="/ppt/slideLayouts/slideLayout6.xml" Id="Rfba41e5ceea648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5e5f11bcfe47a9"/>
    <p:sldLayoutId xmlns:r="http://schemas.openxmlformats.org/officeDocument/2006/relationships" id="2147483650" r:id="R533697a7533845b4"/>
    <p:sldLayoutId xmlns:r="http://schemas.openxmlformats.org/officeDocument/2006/relationships" id="2147483651" r:id="Rb3bfeff52aef43f8"/>
    <p:sldLayoutId xmlns:r="http://schemas.openxmlformats.org/officeDocument/2006/relationships" id="2147483652" r:id="R6165c679bc9f4c4c"/>
    <p:sldLayoutId xmlns:r="http://schemas.openxmlformats.org/officeDocument/2006/relationships" id="2147483653" r:id="Rc3c3e0b0088e4e80"/>
    <p:sldLayoutId xmlns:r="http://schemas.openxmlformats.org/officeDocument/2006/relationships" id="2147483654" r:id="Rfba41e5ceea648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87d223a2a431c" /><Relationship Type="http://schemas.openxmlformats.org/officeDocument/2006/relationships/chart" Target="/ppt/slides/charts/chart1.xml" Id="R00eccf21df9b4fe7" /><Relationship Type="http://schemas.openxmlformats.org/officeDocument/2006/relationships/notesSlide" Target="/ppt/notesSlides/notesSlide1.xml" Id="Rae2bdb493ec54c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3dcf4347d4b1b" /><Relationship Type="http://schemas.openxmlformats.org/officeDocument/2006/relationships/chart" Target="/ppt/slides/charts/chart2.xml" Id="R5a195afde89e463b" /><Relationship Type="http://schemas.openxmlformats.org/officeDocument/2006/relationships/notesSlide" Target="/ppt/notesSlides/notesSlide2.xml" Id="R09c146205807486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百分比</c:v>
          </c:tx>
          <c:spPr>
            <a:solidFill xmlns:a="http://schemas.openxmlformats.org/drawingml/2006/main">
              <a:srgbClr val="2F6B5B"/>
            </a:solidFill>
          </c:spPr>
          <c:invertIfNegative val="0"/>
          <c:cat>
            <c:strLit>
              <c:ptCount val="1"/>
              <c:pt idx="0">
                <c:v>目标</c:v>
              </c:pt>
            </c:strLit>
          </c:cat>
          <c:val>
            <c:numLit>
              <c:formatCode>General</c:formatCode>
              <c:ptCount val="1"/>
              <c:pt idx="0">
                <c:v>85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说明</c:v>
          </c:tx>
          <c:spPr>
            <a:solidFill xmlns:a="http://schemas.openxmlformats.org/drawingml/2006/main">
              <a:srgbClr val="2F6B5B"/>
            </a:solidFill>
          </c:spPr>
          <c:invertIfNegative val="0"/>
          <c:cat>
            <c:strLit>
              <c:ptCount val="1"/>
              <c:pt idx="0">
                <c:v>计划</c:v>
              </c:pt>
            </c:strLit>
          </c:cat>
          <c:val>
            <c:numLit>
              <c:formatCode>General</c:formatCode>
              <c:ptCount val="1"/>
              <c:pt idx="0">
                <c:v>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C53D2-4D2D-40CD-9DDE-190AEA91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2939"/>
                </a:solidFill>
                <a:latin typeface="Arial"/>
                <a:ea typeface="Arial"/>
                <a:cs typeface="Arial"/>
              </a:rPr>
              <a:t>第四季度产品计划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8D87E-FF5B-4341-BC41-291BB2F8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4054"/>
                </a:solidFill>
                <a:latin typeface="Arial"/>
                <a:ea typeface="Arial"/>
                <a:cs typeface="Arial"/>
              </a:rPr>
              <a:t>目标：缩短知识库处理失败后的恢复时间</a:t>
            </a:r>
          </a:p>
          <a:p xmlns:a="http://schemas.openxmlformats.org/drawingml/2006/main">
            <a: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4054"/>
                </a:solidFill>
                <a:latin typeface="Arial"/>
                <a:ea typeface="Arial"/>
                <a:cs typeface="Arial"/>
              </a:rPr>
              <a:t>重试成功率目标：85%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BF89CF5-7541-4286-A0AA-3A20AFA6A07E}"/>
              </a:ext>
            </a:extLst>
          </p:cNvPr>
          <p:cNvGraphicFramePr/>
          <p:nvPr/>
        </p:nvGraphicFramePr>
        <p:xfrm>
          <a:off xmlns:a="http://schemas.openxmlformats.org/drawingml/2006/main" x="6858000" y="1600200"/>
          <a:ext xmlns:a="http://schemas.openxmlformats.org/drawingml/2006/main" cx="4000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eccf21df9b4fe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9FC49-AFAB-4025-B3E2-F3545767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test document. Values are fictional.</a:t>
            </a:r>
          </a:p>
        </p:txBody>
      </p:sp>
    </p:spTree>
    <p:extLst>
      <p:ext uri="{BB962C8B-B14F-4D97-AF65-F5344CB8AC3E}">
        <p14:creationId xmlns:p14="http://schemas.microsoft.com/office/powerpoint/2010/main" val="1412243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A867C-3CC9-4534-A2D9-021CB8F6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D29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D2939"/>
                </a:solidFill>
                <a:latin typeface="Arial"/>
                <a:ea typeface="Arial"/>
                <a:cs typeface="Arial"/>
              </a:rPr>
              <a:t>衡量方式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8EDE7-2049-4FD7-9007-426C1453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4054"/>
                </a:solidFill>
                <a:latin typeface="Arial"/>
                <a:ea typeface="Arial"/>
                <a:cs typeface="Arial"/>
              </a:rPr>
              <a:t>观察处理失败到重新进入队列的时间</a:t>
            </a:r>
          </a:p>
          <a:p xmlns:a="http://schemas.openxmlformats.org/drawingml/2006/main">
            <a:pPr>
              <a:defRPr sz="165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4054"/>
                </a:solidFill>
                <a:latin typeface="Arial"/>
                <a:ea typeface="Arial"/>
                <a:cs typeface="Arial"/>
              </a:rPr>
              <a:t>不将目标值描述为已实现结果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86BE3CE-392E-4F8C-AF0E-4748C59DDEA9}"/>
              </a:ext>
            </a:extLst>
          </p:cNvPr>
          <p:cNvGraphicFramePr/>
          <p:nvPr/>
        </p:nvGraphicFramePr>
        <p:xfrm>
          <a:off xmlns:a="http://schemas.openxmlformats.org/drawingml/2006/main" x="6858000" y="1600200"/>
          <a:ext xmlns:a="http://schemas.openxmlformats.org/drawingml/2006/main" cx="4000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195afde89e463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AB3BD-F279-4ED0-94DF-8EDF22FD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test document. Values are fictional.</a:t>
            </a:r>
          </a:p>
        </p:txBody>
      </p:sp>
    </p:spTree>
    <p:extLst>
      <p:ext uri="{BB962C8B-B14F-4D97-AF65-F5344CB8AC3E}">
        <p14:creationId xmlns:p14="http://schemas.microsoft.com/office/powerpoint/2010/main" val="1067679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2026-10-23T03:53:18.4260000Z</dcterms:created>
  <dcterms:modified xsi:type="dcterms:W3CDTF">2026-10-23T03:53:18.4260000Z</dcterms:modified>
</coreProperties>
</file>