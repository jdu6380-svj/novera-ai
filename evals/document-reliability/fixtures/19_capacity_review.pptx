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c3acc58e154ff1" /><Relationship Type="http://schemas.openxmlformats.org/officeDocument/2006/relationships/extended-properties" Target="/docProps/app.xml" Id="R0bb71b99fe3a4719" /><Relationship Type="http://schemas.openxmlformats.org/officeDocument/2006/relationships/officeDocument" Target="/ppt/presentation.xml" Id="R68f2d9ecccf942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eef762cb9d4326"/>
  </p:sldMasterIdLst>
  <p:notesMasterIdLst>
    <p:notesMasterId xmlns:r="http://schemas.openxmlformats.org/officeDocument/2006/relationships" r:id="R885f85b142ab4532"/>
  </p:notesMasterIdLst>
  <p:sldIdLst>
    <p:sldId xmlns:r="http://schemas.openxmlformats.org/officeDocument/2006/relationships" id="256" r:id="R481bc4cccfcd48f7"/>
    <p:sldId xmlns:r="http://schemas.openxmlformats.org/officeDocument/2006/relationships" id="257" r:id="R82820f4b195c4d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07cffbe9534790" /><Relationship Type="http://schemas.openxmlformats.org/officeDocument/2006/relationships/slideMaster" Target="/ppt/slideMasters/slideMaster1.xml" Id="R41eef762cb9d4326" /><Relationship Type="http://schemas.openxmlformats.org/officeDocument/2006/relationships/notesMaster" Target="/ppt/notesMasters/notesMaster1.xml" Id="R885f85b142ab4532" /><Relationship Type="http://schemas.openxmlformats.org/officeDocument/2006/relationships/presProps" Target="/ppt/presProps.xml" Id="Rba0da14d153e4c96" /><Relationship Type="http://schemas.openxmlformats.org/officeDocument/2006/relationships/tableStyles" Target="/ppt/tableStyles.xml" Id="Re427aec692584d3d" /><Relationship Type="http://schemas.openxmlformats.org/officeDocument/2006/relationships/slide" Target="/ppt/slides/slide1.xml" Id="R481bc4cccfcd48f7" /><Relationship Type="http://schemas.openxmlformats.org/officeDocument/2006/relationships/slide" Target="/ppt/slides/slide2.xml" Id="R82820f4b195c4d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51a7e2522b4d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125a5bae374c93" /><Relationship Type="http://schemas.openxmlformats.org/officeDocument/2006/relationships/notesMaster" Target="/ppt/notesMasters/notesMaster1.xml" Id="Rc5959fd46fbc43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9d1efedc04d9a" /><Relationship Type="http://schemas.openxmlformats.org/officeDocument/2006/relationships/notesMaster" Target="/ppt/notesMasters/notesMaster1.xml" Id="R5cb346a72b1840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a05787aef49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a73ffafd347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fc0efdfa9949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db5b52cf548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2300516af4b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e9990d8fa48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C52D36-7537-4FAE-873A-6BBE91A27B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9B7183-4398-4BB4-A7F0-D9877E18E7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49D5FC-D2C8-4D00-9CF7-5BBDCEDE7C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BE1B37-EE1A-4EA4-9020-6847CA6CC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30D1B6-212D-42A0-A35A-B7B7DBB861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AC08AB-D1F1-476B-ACC7-FC11E0870E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9E9AF1-22EE-4286-938F-7741B42DF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A52CC7-F66A-465D-ABFF-AA4FF2BD9C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80E52E-F94E-4D0D-AF2E-1946EA888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DAFF49-056D-4607-8555-3260B20D78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410c123e184f39" /><Relationship Type="http://schemas.openxmlformats.org/officeDocument/2006/relationships/slideLayout" Target="/ppt/slideLayouts/slideLayout1.xml" Id="R027b2588f0124c32" /><Relationship Type="http://schemas.openxmlformats.org/officeDocument/2006/relationships/slideLayout" Target="/ppt/slideLayouts/slideLayout2.xml" Id="Rfe96124619ba47a8" /><Relationship Type="http://schemas.openxmlformats.org/officeDocument/2006/relationships/slideLayout" Target="/ppt/slideLayouts/slideLayout3.xml" Id="Rcf4829a2fbfc450a" /><Relationship Type="http://schemas.openxmlformats.org/officeDocument/2006/relationships/slideLayout" Target="/ppt/slideLayouts/slideLayout4.xml" Id="R9e042cbb79364992" /><Relationship Type="http://schemas.openxmlformats.org/officeDocument/2006/relationships/slideLayout" Target="/ppt/slideLayouts/slideLayout5.xml" Id="R0e6cf8b4256c4ab7" /><Relationship Type="http://schemas.openxmlformats.org/officeDocument/2006/relationships/slideLayout" Target="/ppt/slideLayouts/slideLayout6.xml" Id="R7accb7ceea1247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7b2588f0124c32"/>
    <p:sldLayoutId xmlns:r="http://schemas.openxmlformats.org/officeDocument/2006/relationships" id="2147483650" r:id="Rfe96124619ba47a8"/>
    <p:sldLayoutId xmlns:r="http://schemas.openxmlformats.org/officeDocument/2006/relationships" id="2147483651" r:id="Rcf4829a2fbfc450a"/>
    <p:sldLayoutId xmlns:r="http://schemas.openxmlformats.org/officeDocument/2006/relationships" id="2147483652" r:id="R9e042cbb79364992"/>
    <p:sldLayoutId xmlns:r="http://schemas.openxmlformats.org/officeDocument/2006/relationships" id="2147483653" r:id="R0e6cf8b4256c4ab7"/>
    <p:sldLayoutId xmlns:r="http://schemas.openxmlformats.org/officeDocument/2006/relationships" id="2147483654" r:id="R7accb7ceea1247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53eac6a28a40cb" /><Relationship Type="http://schemas.openxmlformats.org/officeDocument/2006/relationships/chart" Target="/ppt/slides/charts/chart1.xml" Id="Re616b5c01caf47ae" /><Relationship Type="http://schemas.openxmlformats.org/officeDocument/2006/relationships/notesSlide" Target="/ppt/notesSlides/notesSlide1.xml" Id="R7cd0934c680946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b9aadd41e641b0" /><Relationship Type="http://schemas.openxmlformats.org/officeDocument/2006/relationships/chart" Target="/ppt/slides/charts/chart2.xml" Id="Rb2f157e283a9450a" /><Relationship Type="http://schemas.openxmlformats.org/officeDocument/2006/relationships/notesSlide" Target="/ppt/notesSlides/notesSlide2.xml" Id="Rbd5c0b9ad21d4cd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件</c:v>
          </c:tx>
          <c:spPr>
            <a:solidFill xmlns:a="http://schemas.openxmlformats.org/drawingml/2006/main">
              <a:srgbClr val="2F6B5B"/>
            </a:solidFill>
          </c:spPr>
          <c:invertIfNegative val="0"/>
          <c:cat>
            <c:strLit>
              <c:ptCount val="2"/>
              <c:pt idx="0">
                <c:v>日均处理量</c:v>
              </c:pt>
              <c:pt idx="1">
                <c:v>设计能力</c:v>
              </c:pt>
            </c:strLit>
          </c:cat>
          <c:val>
            <c:numLit>
              <c:formatCode>General</c:formatCode>
              <c:ptCount val="2"/>
              <c:pt idx="0">
                <c:v>5180</c:v>
              </c:pt>
              <c:pt idx="1">
                <c:v>5600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事项</c:v>
          </c:tx>
          <c:spPr>
            <a:solidFill xmlns:a="http://schemas.openxmlformats.org/drawingml/2006/main">
              <a:srgbClr val="2F6B5B"/>
            </a:solidFill>
          </c:spPr>
          <c:invertIfNegative val="0"/>
          <c:cat>
            <c:strLit>
              <c:ptCount val="2"/>
              <c:pt idx="0">
                <c:v>抽检</c:v>
              </c:pt>
              <c:pt idx="1">
                <c:v>人工核对</c:v>
              </c:pt>
            </c:strLit>
          </c:cat>
          <c:val>
            <c:numLit>
              <c:formatCode>General</c:formatCode>
              <c:ptCount val="2"/>
              <c:pt idx="0">
                <c:v>1</c:v>
              </c:pt>
              <c:pt idx="1">
                <c:v>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3492B-BA33-4B8D-8A41-8A5143D0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2939"/>
                </a:solidFill>
                <a:latin typeface="Arial"/>
                <a:ea typeface="Arial"/>
                <a:cs typeface="Arial"/>
              </a:rPr>
              <a:t>产能复盘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3E36C-D379-4939-AD73-1B362FA4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4054"/>
                </a:solidFill>
                <a:latin typeface="Arial"/>
                <a:ea typeface="Arial"/>
                <a:cs typeface="Arial"/>
              </a:rPr>
              <a:t>日均处理量：5,180 件</a:t>
            </a:r>
          </a:p>
          <a:p xmlns:a="http://schemas.openxmlformats.org/drawingml/2006/main">
            <a: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4054"/>
                </a:solidFill>
                <a:latin typeface="Arial"/>
                <a:ea typeface="Arial"/>
                <a:cs typeface="Arial"/>
              </a:rPr>
              <a:t>设计能力：5,600 件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9588B28-E4D7-4299-A676-13C1AE91814F}"/>
              </a:ext>
            </a:extLst>
          </p:cNvPr>
          <p:cNvGraphicFramePr/>
          <p:nvPr/>
        </p:nvGraphicFramePr>
        <p:xfrm>
          <a:off xmlns:a="http://schemas.openxmlformats.org/drawingml/2006/main" x="6858000" y="1600200"/>
          <a:ext xmlns:a="http://schemas.openxmlformats.org/drawingml/2006/main" cx="4000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16b5c01caf47a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62A99-D7E7-44A2-B73E-E3E931B5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test document. Values are fictional.</a:t>
            </a:r>
          </a:p>
        </p:txBody>
      </p:sp>
    </p:spTree>
    <p:extLst>
      <p:ext uri="{BB962C8B-B14F-4D97-AF65-F5344CB8AC3E}">
        <p14:creationId xmlns:p14="http://schemas.microsoft.com/office/powerpoint/2010/main" val="1308816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1288A-3ED1-42D8-80ED-9CE6CE8B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2939"/>
                </a:solidFill>
                <a:latin typeface="Arial"/>
                <a:ea typeface="Arial"/>
                <a:cs typeface="Arial"/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D4D7A-291E-46E1-ADC9-BC2F8A45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4054"/>
                </a:solidFill>
                <a:latin typeface="Arial"/>
                <a:ea typeface="Arial"/>
                <a:cs typeface="Arial"/>
              </a:rPr>
              <a:t>增加周末抽检</a:t>
            </a:r>
          </a:p>
          <a:p xmlns:a="http://schemas.openxmlformats.org/drawingml/2006/main">
            <a: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4054"/>
                </a:solidFill>
                <a:latin typeface="Arial"/>
                <a:ea typeface="Arial"/>
                <a:cs typeface="Arial"/>
              </a:rPr>
              <a:t>扫描页指标进入人工核对队列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2BC8791-4860-4445-AFAA-80CB26E4373C}"/>
              </a:ext>
            </a:extLst>
          </p:cNvPr>
          <p:cNvGraphicFramePr/>
          <p:nvPr/>
        </p:nvGraphicFramePr>
        <p:xfrm>
          <a:off xmlns:a="http://schemas.openxmlformats.org/drawingml/2006/main" x="6858000" y="1600200"/>
          <a:ext xmlns:a="http://schemas.openxmlformats.org/drawingml/2006/main" cx="4000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f157e283a9450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7A057-134A-46E4-9B84-CC767055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test document. Values are fictional.</a:t>
            </a:r>
          </a:p>
        </p:txBody>
      </p:sp>
    </p:spTree>
    <p:extLst>
      <p:ext uri="{BB962C8B-B14F-4D97-AF65-F5344CB8AC3E}">
        <p14:creationId xmlns:p14="http://schemas.microsoft.com/office/powerpoint/2010/main" val="1579201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2026-10-23T03:53:18.5550000Z</dcterms:created>
  <dcterms:modified xsi:type="dcterms:W3CDTF">2026-10-23T03:53:18.5550000Z</dcterms:modified>
</coreProperties>
</file>